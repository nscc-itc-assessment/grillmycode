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D2BD"/>
    <a:srgbClr val="7F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57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20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GmcLogo" Type="http://schemas.openxmlformats.org/officeDocument/2006/relationships/image" Target="../media/grillmycode-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228600"/>
            <a:ext cx="10744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GrillMyCode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 that turns code submissions into comprehension quizzes — automatically.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14300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363" y="2286013"/>
            <a:ext cx="47953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362" y="2606053"/>
            <a:ext cx="507428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Detects what code a student changed (via git diff)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Strips comments so the AI cannot be led by hints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Sends the code to OpenRouter to generate targeted questions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Delivers the assessment as a GitHub Issue and PDF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363" y="3980906"/>
            <a:ext cx="4414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362" y="4300946"/>
            <a:ext cx="5525681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Zero student setup — runs on every push, submission tag, or manually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Built for Classroom 50 — skips template/starter files automatically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Low cost — usually under a cent per run via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Configurable — questions, file filters, assignment context, AI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11532" y="1371599"/>
            <a:ext cx="6490460" cy="5120633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11532" y="138680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sample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11532" y="1580893"/>
            <a:ext cx="7039038" cy="4945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GrillMyCode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["main", "master"]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workflow_dispatch: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generate-questions: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write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issues: write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actions/checkout@v6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fetch-depth: 0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NSCC-ITC-Assessment/GrillMyCode@v1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github_token: ${{ secrets.GITHUB_TOKEN }}</a:t>
            </a:r>
            <a:b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api_key: ${{ secrets.OPENROUTER_API_KEY }} # OpenRouter key (required)</a:t>
            </a:r>
            <a:b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num_questions: '20' # how many questions to generate</a:t>
            </a:r>
            <a:b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include_answers: 'false' # true shows answers to students — leave off</a:t>
            </a:r>
          </a:p>
          <a:p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instructor_context: | # tell the AI what the assignment is about</a:t>
            </a:r>
          </a:p>
          <a:p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Assignment 3 – Python list comprehensions.</a:t>
            </a:r>
          </a:p>
          <a:p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Focus questions on logic and readability choices.</a:t>
            </a:r>
          </a:p>
          <a:p>
            <a:r>
              <a:rPr lang="en-CA" sz="900" dirty="0">
                <a:solidFill>
                  <a:srgbClr val="94D2B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assignment_context: 'docs/brief.pdf' # inject the actual assignment into the prompt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000" dirty="0">
              <a:solidFill>
                <a:srgbClr val="94D2B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/>
              <a:t>               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6551611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grillmycode.org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159FA-80C8-9255-3BAD-6CA705FD7F76}"/>
              </a:ext>
            </a:extLst>
          </p:cNvPr>
          <p:cNvSpPr txBox="1"/>
          <p:nvPr/>
        </p:nvSpPr>
        <p:spPr>
          <a:xfrm>
            <a:off x="86833" y="6014005"/>
            <a:ext cx="6324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grillmycode.org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/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Looking for participants to pilot! DM me on Teams if interested.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C775BC7-BB9F-CB74-EB89-62AA97024840}"/>
              </a:ext>
            </a:extLst>
          </p:cNvPr>
          <p:cNvSpPr/>
          <p:nvPr/>
        </p:nvSpPr>
        <p:spPr>
          <a:xfrm>
            <a:off x="86833" y="5721397"/>
            <a:ext cx="4414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</a:t>
            </a:r>
            <a:endParaRPr lang="en-US" sz="16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4A96564-9FAA-715C-997E-8306EBA7F1CB}"/>
              </a:ext>
            </a:extLst>
          </p:cNvPr>
          <p:cNvSpPr/>
          <p:nvPr/>
        </p:nvSpPr>
        <p:spPr>
          <a:xfrm>
            <a:off x="34363" y="1467619"/>
            <a:ext cx="47953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problem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9A18A-A23D-886E-DA51-379A4A8339FB}"/>
              </a:ext>
            </a:extLst>
          </p:cNvPr>
          <p:cNvSpPr txBox="1"/>
          <p:nvPr/>
        </p:nvSpPr>
        <p:spPr>
          <a:xfrm>
            <a:off x="22088" y="1752909"/>
            <a:ext cx="6324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0" i="1" dirty="0">
                <a:solidFill>
                  <a:srgbClr val="EEEEEE"/>
                </a:solidFill>
                <a:effectLst/>
                <a:latin typeface="Open Sans" panose="020B0606030504020204" pitchFamily="34" charset="0"/>
              </a:rPr>
              <a:t>"Does the student actually </a:t>
            </a:r>
            <a:r>
              <a:rPr lang="en-CA" sz="1400" b="1" i="1" dirty="0">
                <a:solidFill>
                  <a:srgbClr val="F97316"/>
                </a:solidFill>
                <a:effectLst/>
                <a:latin typeface="Open Sans" panose="020B0606030504020204" pitchFamily="34" charset="0"/>
              </a:rPr>
              <a:t>comprehend</a:t>
            </a:r>
            <a:r>
              <a:rPr lang="en-CA" sz="1400" b="0" i="1" dirty="0">
                <a:solidFill>
                  <a:srgbClr val="EEEEEE"/>
                </a:solidFill>
                <a:effectLst/>
                <a:latin typeface="Open Sans" panose="020B0606030504020204" pitchFamily="34" charset="0"/>
              </a:rPr>
              <a:t> the code they submitted?"</a:t>
            </a:r>
            <a:endParaRPr lang="en-US" sz="1400" dirty="0"/>
          </a:p>
        </p:txBody>
      </p:sp>
      <p:pic>
        <p:nvPicPr>
          <p:cNvPr id="21" name="GrillMyCode logo" descr="GrillMyCode logo"/>
          <p:cNvPicPr>
            <a:picLocks noChangeAspect="1"/>
          </p:cNvPicPr>
          <p:nvPr/>
        </p:nvPicPr>
        <p:blipFill>
          <a:blip r:embed="rIdGmcLogo"/>
          <a:stretch>
            <a:fillRect/>
          </a:stretch>
        </p:blipFill>
        <p:spPr>
          <a:xfrm>
            <a:off x="365760" y="22860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362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Courier New</vt:lpstr>
      <vt:lpstr>Open Sans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Caines,Michael</cp:lastModifiedBy>
  <cp:revision>5</cp:revision>
  <dcterms:created xsi:type="dcterms:W3CDTF">2026-05-19T11:30:22Z</dcterms:created>
  <dcterms:modified xsi:type="dcterms:W3CDTF">2026-05-19T12:02:35Z</dcterms:modified>
</cp:coreProperties>
</file>