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12188825" cy="6858000"/>
  <p:notesSz cx="6858000" cy="1218882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4D2BD"/>
    <a:srgbClr val="7FB3A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757"/>
    <p:restoredTop sz="94610"/>
  </p:normalViewPr>
  <p:slideViewPr>
    <p:cSldViewPr snapToGrid="0" snapToObjects="1">
      <p:cViewPr varScale="1">
        <p:scale>
          <a:sx n="207" d="100"/>
          <a:sy n="207" d="100"/>
        </p:scale>
        <p:origin x="1272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342055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1430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🔥 GrillMyCode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365760" y="841248"/>
            <a:ext cx="11430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FDBA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GitHub Action that turns code submissions into comprehension quizzes — automatically.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365760" y="1261872"/>
            <a:ext cx="11430000" cy="0"/>
          </a:xfrm>
          <a:prstGeom prst="line">
            <a:avLst/>
          </a:prstGeom>
          <a:noFill/>
          <a:ln w="1905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34363" y="2286013"/>
            <a:ext cx="479538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DBA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4362" y="2606053"/>
            <a:ext cx="5074282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Detects what code a student changed (via git diff)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Strips comments so the AI cannot be led by hints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Sends the code to an AI provider to generate targeted questions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Delivers the assessment as a PR comment, Issue, or Discussion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4363" y="3980906"/>
            <a:ext cx="44149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DBA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features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34362" y="4300946"/>
            <a:ext cx="5525681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✦  Zero student setup — triggers on every push, pull request, or manually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✦  Built for GitHub Classroom — skips template/starter files automatically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✦  Free by default — uses GitHub Models, </a:t>
            </a:r>
            <a:r>
              <a:rPr lang="en-US" sz="1400" dirty="0" err="1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OpenRouter</a:t>
            </a: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etc.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✦  Configurable — questions, file filters, assignment context, AI provider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611532" y="1371599"/>
            <a:ext cx="6490460" cy="5120633"/>
          </a:xfrm>
          <a:prstGeom prst="rect">
            <a:avLst/>
          </a:prstGeom>
          <a:solidFill>
            <a:srgbClr val="0F172A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611532" y="1386807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DBA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sample workflow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11532" y="1580893"/>
            <a:ext cx="7039038" cy="494567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900" dirty="0">
                <a:solidFill>
                  <a:srgbClr val="94D2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name: Code Assessment</a:t>
            </a:r>
            <a:endParaRPr lang="en-US" sz="9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900" dirty="0">
                <a:solidFill>
                  <a:srgbClr val="94D2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on:</a:t>
            </a:r>
            <a:endParaRPr lang="en-US" sz="9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900" dirty="0">
                <a:solidFill>
                  <a:srgbClr val="94D2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pull_request:</a:t>
            </a:r>
            <a:endParaRPr lang="en-US" sz="9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900" dirty="0">
                <a:solidFill>
                  <a:srgbClr val="94D2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types: [opened, synchronize]</a:t>
            </a:r>
            <a:endParaRPr lang="en-US" sz="900" dirty="0"/>
          </a:p>
          <a:p>
            <a:pPr marL="0" indent="0">
              <a:lnSpc>
                <a:spcPct val="125000"/>
              </a:lnSpc>
              <a:buNone/>
            </a:pPr>
            <a:endParaRPr lang="en-US" sz="9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900" dirty="0">
                <a:solidFill>
                  <a:srgbClr val="94D2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jobs:</a:t>
            </a:r>
            <a:endParaRPr lang="en-US" sz="9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900" dirty="0">
                <a:solidFill>
                  <a:srgbClr val="94D2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generate-questions:</a:t>
            </a:r>
            <a:endParaRPr lang="en-US" sz="9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900" dirty="0">
                <a:solidFill>
                  <a:srgbClr val="94D2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runs-on: ubuntu-latest</a:t>
            </a:r>
            <a:endParaRPr lang="en-US" sz="9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900" dirty="0">
                <a:solidFill>
                  <a:srgbClr val="94D2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permissions:</a:t>
            </a:r>
            <a:endParaRPr lang="en-US" sz="9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900" dirty="0">
                <a:solidFill>
                  <a:srgbClr val="94D2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contents: read</a:t>
            </a:r>
            <a:endParaRPr lang="en-US" sz="9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900" dirty="0">
                <a:solidFill>
                  <a:srgbClr val="94D2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pull-requests: write</a:t>
            </a:r>
            <a:endParaRPr lang="en-US" sz="9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900" dirty="0">
                <a:solidFill>
                  <a:srgbClr val="94D2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models: read</a:t>
            </a:r>
            <a:endParaRPr lang="en-US" sz="9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900" dirty="0">
                <a:solidFill>
                  <a:srgbClr val="94D2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steps:</a:t>
            </a:r>
            <a:endParaRPr lang="en-US" sz="9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900" dirty="0">
                <a:solidFill>
                  <a:srgbClr val="94D2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- uses: actions/checkout@v6</a:t>
            </a:r>
            <a:endParaRPr lang="en-US" sz="9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900" dirty="0">
                <a:solidFill>
                  <a:srgbClr val="94D2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with:</a:t>
            </a:r>
            <a:endParaRPr lang="en-US" sz="9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900" dirty="0">
                <a:solidFill>
                  <a:srgbClr val="94D2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fetch-depth: 0</a:t>
            </a:r>
            <a:endParaRPr lang="en-US" sz="9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900" dirty="0">
                <a:solidFill>
                  <a:srgbClr val="94D2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- uses: NSCC-ITC-Assessment/GrillMyCode@v1</a:t>
            </a:r>
            <a:endParaRPr lang="en-US" sz="9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900" dirty="0">
                <a:solidFill>
                  <a:srgbClr val="94D2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with:</a:t>
            </a:r>
            <a:endParaRPr lang="en-US" sz="900" dirty="0"/>
          </a:p>
          <a:p>
            <a:r>
              <a:rPr lang="en-US" sz="900" dirty="0">
                <a:solidFill>
                  <a:srgbClr val="94D2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github_token: ${{ secrets.GITHUB_TOKEN }}</a:t>
            </a:r>
            <a:br>
              <a:rPr lang="en-US" sz="900" dirty="0">
                <a:solidFill>
                  <a:srgbClr val="94D2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</a:br>
            <a:r>
              <a:rPr lang="en-US" sz="900" dirty="0">
                <a:solidFill>
                  <a:srgbClr val="94D2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r>
              <a:rPr lang="en-CA" sz="900" dirty="0">
                <a:solidFill>
                  <a:srgbClr val="94D2B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num_questions: ‘20' # how many questions to generate</a:t>
            </a:r>
            <a:br>
              <a:rPr lang="en-CA" sz="900" dirty="0">
                <a:solidFill>
                  <a:srgbClr val="94D2B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CA" sz="900" dirty="0">
                <a:solidFill>
                  <a:srgbClr val="94D2B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include_answers: ‘false' # attach model answers for instructor review</a:t>
            </a:r>
          </a:p>
          <a:p>
            <a:r>
              <a:rPr lang="en-CA" sz="900" dirty="0">
                <a:solidFill>
                  <a:srgbClr val="94D2B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additional_context: | # tell the AI what the assignment is about</a:t>
            </a:r>
          </a:p>
          <a:p>
            <a:r>
              <a:rPr lang="en-CA" sz="900" dirty="0">
                <a:solidFill>
                  <a:srgbClr val="94D2B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Assignment 3 – Python list comprehensions.</a:t>
            </a:r>
          </a:p>
          <a:p>
            <a:r>
              <a:rPr lang="en-CA" sz="900" dirty="0">
                <a:solidFill>
                  <a:srgbClr val="94D2B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Focus questions on logic and readability choices.</a:t>
            </a:r>
          </a:p>
          <a:p>
            <a:r>
              <a:rPr lang="en-CA" sz="900" dirty="0">
                <a:solidFill>
                  <a:srgbClr val="94D2B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assignment_context: 'docs/brief.pdf' # inject the actual assignment into the prompt</a:t>
            </a:r>
          </a:p>
          <a:p>
            <a:r>
              <a:rPr lang="en-CA" sz="900" dirty="0">
                <a:solidFill>
                  <a:srgbClr val="94D2B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post_issue: 'true' # also create a GitHub Issue assigned to the student</a:t>
            </a:r>
          </a:p>
          <a:p>
            <a:pPr marL="0" indent="0">
              <a:lnSpc>
                <a:spcPct val="125000"/>
              </a:lnSpc>
              <a:buNone/>
            </a:pPr>
            <a:endParaRPr lang="en-US" sz="1000" dirty="0">
              <a:solidFill>
                <a:srgbClr val="94D2BD"/>
              </a:solidFill>
              <a:latin typeface="Courier New" pitchFamily="34" charset="0"/>
              <a:ea typeface="Courier New" pitchFamily="34" charset="-122"/>
              <a:cs typeface="Courier New" pitchFamily="34" charset="-120"/>
            </a:endParaRPr>
          </a:p>
          <a:p>
            <a:pPr marL="0" indent="0">
              <a:lnSpc>
                <a:spcPct val="125000"/>
              </a:lnSpc>
              <a:buNone/>
            </a:pPr>
            <a:r>
              <a:rPr lang="en-US" sz="1000" dirty="0"/>
              <a:t>               </a:t>
            </a:r>
          </a:p>
        </p:txBody>
      </p:sp>
      <p:sp>
        <p:nvSpPr>
          <p:cNvPr id="12" name="Text 10"/>
          <p:cNvSpPr/>
          <p:nvPr/>
        </p:nvSpPr>
        <p:spPr>
          <a:xfrm>
            <a:off x="365760" y="6551611"/>
            <a:ext cx="11430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nscc-itc-assessment.github.io/GrillMyCode</a:t>
            </a:r>
            <a:endParaRPr lang="en-US" sz="10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73159FA-80C8-9255-3BAD-6CA705FD7F76}"/>
              </a:ext>
            </a:extLst>
          </p:cNvPr>
          <p:cNvSpPr txBox="1"/>
          <p:nvPr/>
        </p:nvSpPr>
        <p:spPr>
          <a:xfrm>
            <a:off x="86833" y="6014005"/>
            <a:ext cx="632408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https://</a:t>
            </a:r>
            <a:r>
              <a:rPr lang="en-US" dirty="0" err="1">
                <a:solidFill>
                  <a:schemeClr val="bg1"/>
                </a:solidFill>
              </a:rPr>
              <a:t>nscc-itc-assessment.github.io</a:t>
            </a:r>
            <a:r>
              <a:rPr lang="en-US" dirty="0">
                <a:solidFill>
                  <a:schemeClr val="bg1"/>
                </a:solidFill>
              </a:rPr>
              <a:t>/</a:t>
            </a:r>
            <a:r>
              <a:rPr lang="en-US" dirty="0" err="1">
                <a:solidFill>
                  <a:schemeClr val="bg1"/>
                </a:solidFill>
              </a:rPr>
              <a:t>GrillMyCode</a:t>
            </a:r>
            <a:r>
              <a:rPr lang="en-US" dirty="0">
                <a:solidFill>
                  <a:schemeClr val="bg1"/>
                </a:solidFill>
              </a:rPr>
              <a:t>/</a:t>
            </a:r>
            <a:br>
              <a:rPr lang="en-US" dirty="0">
                <a:solidFill>
                  <a:schemeClr val="bg1"/>
                </a:solidFill>
              </a:rPr>
            </a:br>
            <a:r>
              <a:rPr lang="en-US" sz="1400" dirty="0">
                <a:solidFill>
                  <a:schemeClr val="bg1"/>
                </a:solidFill>
              </a:rPr>
              <a:t>Looking for participants to pilot! DM me on Teams if interested.</a:t>
            </a:r>
          </a:p>
        </p:txBody>
      </p:sp>
      <p:sp>
        <p:nvSpPr>
          <p:cNvPr id="17" name="Text 5">
            <a:extLst>
              <a:ext uri="{FF2B5EF4-FFF2-40B4-BE49-F238E27FC236}">
                <a16:creationId xmlns:a16="http://schemas.microsoft.com/office/drawing/2014/main" id="{9C775BC7-BB9F-CB74-EB89-62AA97024840}"/>
              </a:ext>
            </a:extLst>
          </p:cNvPr>
          <p:cNvSpPr/>
          <p:nvPr/>
        </p:nvSpPr>
        <p:spPr>
          <a:xfrm>
            <a:off x="86833" y="5721397"/>
            <a:ext cx="44149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DBA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more</a:t>
            </a:r>
            <a:endParaRPr lang="en-US" sz="1600" dirty="0"/>
          </a:p>
        </p:txBody>
      </p:sp>
      <p:sp>
        <p:nvSpPr>
          <p:cNvPr id="18" name="Text 3">
            <a:extLst>
              <a:ext uri="{FF2B5EF4-FFF2-40B4-BE49-F238E27FC236}">
                <a16:creationId xmlns:a16="http://schemas.microsoft.com/office/drawing/2014/main" id="{44A96564-9FAA-715C-997E-8306EBA7F1CB}"/>
              </a:ext>
            </a:extLst>
          </p:cNvPr>
          <p:cNvSpPr/>
          <p:nvPr/>
        </p:nvSpPr>
        <p:spPr>
          <a:xfrm>
            <a:off x="34363" y="1467619"/>
            <a:ext cx="479538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DBA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Addresses the problem</a:t>
            </a:r>
            <a:endParaRPr lang="en-US" sz="16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219A18A-A23D-886E-DA51-379A4A8339FB}"/>
              </a:ext>
            </a:extLst>
          </p:cNvPr>
          <p:cNvSpPr txBox="1"/>
          <p:nvPr/>
        </p:nvSpPr>
        <p:spPr>
          <a:xfrm>
            <a:off x="22088" y="1752909"/>
            <a:ext cx="632408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sz="1400" b="0" i="1" dirty="0">
                <a:solidFill>
                  <a:srgbClr val="EEEEEE"/>
                </a:solidFill>
                <a:effectLst/>
                <a:latin typeface="Open Sans" panose="020B0606030504020204" pitchFamily="34" charset="0"/>
              </a:rPr>
              <a:t>"Does the student actually </a:t>
            </a:r>
            <a:r>
              <a:rPr lang="en-CA" sz="1400" b="1" i="1" dirty="0">
                <a:solidFill>
                  <a:srgbClr val="F97316"/>
                </a:solidFill>
                <a:effectLst/>
                <a:latin typeface="Open Sans" panose="020B0606030504020204" pitchFamily="34" charset="0"/>
              </a:rPr>
              <a:t>comprehend</a:t>
            </a:r>
            <a:r>
              <a:rPr lang="en-CA" sz="1400" b="0" i="1" dirty="0">
                <a:solidFill>
                  <a:srgbClr val="EEEEEE"/>
                </a:solidFill>
                <a:effectLst/>
                <a:latin typeface="Open Sans" panose="020B0606030504020204" pitchFamily="34" charset="0"/>
              </a:rPr>
              <a:t> the code they submitted?"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</TotalTime>
  <Words>362</Words>
  <Application>Microsoft Macintosh PowerPoint</Application>
  <PresentationFormat>Custom</PresentationFormat>
  <Paragraphs>45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Courier New</vt:lpstr>
      <vt:lpstr>Open Sans</vt:lpstr>
      <vt:lpstr>Office Theme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Caines,Michael</cp:lastModifiedBy>
  <cp:revision>5</cp:revision>
  <dcterms:created xsi:type="dcterms:W3CDTF">2026-05-19T11:30:22Z</dcterms:created>
  <dcterms:modified xsi:type="dcterms:W3CDTF">2026-05-19T12:02:35Z</dcterms:modified>
</cp:coreProperties>
</file>